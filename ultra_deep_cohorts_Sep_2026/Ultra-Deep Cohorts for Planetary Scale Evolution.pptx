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h637037a4964a9c5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h637037a4964a9c5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h637037a4964a9c56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h637037a4964a9c56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h637037a4964a9c56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h637037a4964a9c56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h637037a4964a9c5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h637037a4964a9c5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h637037a4964a9c56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h637037a4964a9c56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h637037a4964a9c56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h637037a4964a9c56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h637037a4964a9c56_0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h637037a4964a9c56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637037a4964a9c56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637037a4964a9c5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637037a4964a9c56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637037a4964a9c56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h6db61fcfda3e5ba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h6db61fcfda3e5ba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6db61fcfda3e5bab_1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h6db61fcfda3e5bab_1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637037a4964a9c56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637037a4964a9c56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Ultra-Deep Cohorts for Planetary Scale Evolution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5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Andrew Seacord</a:t>
            </a:r>
            <a:r>
              <a:rPr baseline="30000" lang="en" sz="1800"/>
              <a:t>1</a:t>
            </a:r>
            <a:r>
              <a:rPr lang="en" sz="1800"/>
              <a:t>,Rayan Chikhi</a:t>
            </a:r>
            <a:r>
              <a:rPr baseline="30000" lang="en" sz="1800"/>
              <a:t>3</a:t>
            </a:r>
            <a:r>
              <a:rPr lang="en" sz="1800"/>
              <a:t>, Danielle Callan</a:t>
            </a:r>
            <a:r>
              <a:rPr baseline="30000" lang="en" sz="1800"/>
              <a:t>2</a:t>
            </a:r>
            <a:r>
              <a:rPr lang="en" sz="1800"/>
              <a:t>, Steven Weaver</a:t>
            </a:r>
            <a:r>
              <a:rPr baseline="30000" lang="en" sz="1800"/>
              <a:t>2</a:t>
            </a:r>
            <a:r>
              <a:rPr lang="en" sz="1800"/>
              <a:t>, Patrik Smeds</a:t>
            </a:r>
            <a:r>
              <a:rPr baseline="30000" lang="en" sz="1800"/>
              <a:t>1</a:t>
            </a:r>
            <a:r>
              <a:rPr lang="en" sz="1800"/>
              <a:t>, </a:t>
            </a:r>
            <a:r>
              <a:rPr lang="en" sz="1800"/>
              <a:t>Sergei L. Kosakovsky Pond</a:t>
            </a:r>
            <a:r>
              <a:rPr baseline="30000" lang="en" sz="1800"/>
              <a:t>2</a:t>
            </a:r>
            <a:r>
              <a:rPr baseline="-25000" lang="en" sz="1800"/>
              <a:t>,</a:t>
            </a:r>
            <a:r>
              <a:rPr baseline="30000" lang="en" sz="1800"/>
              <a:t> </a:t>
            </a:r>
            <a:r>
              <a:rPr lang="en" sz="1800"/>
              <a:t>Anton Nekrutenko</a:t>
            </a:r>
            <a:r>
              <a:rPr baseline="30000" lang="en" sz="1800"/>
              <a:t>1</a:t>
            </a:r>
            <a:endParaRPr sz="18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aseline="30000" lang="en" sz="1800"/>
              <a:t>1</a:t>
            </a:r>
            <a:r>
              <a:rPr lang="en" sz="1800"/>
              <a:t>The Pennsylvania State University, </a:t>
            </a:r>
            <a:r>
              <a:rPr baseline="30000" lang="en" sz="1800"/>
              <a:t>2</a:t>
            </a:r>
            <a:r>
              <a:rPr lang="en" sz="1800"/>
              <a:t>Temple University, </a:t>
            </a:r>
            <a:r>
              <a:rPr baseline="30000" lang="en" sz="1800"/>
              <a:t>3</a:t>
            </a:r>
            <a:r>
              <a:rPr lang="en" sz="1800"/>
              <a:t>Institut Pasteur</a:t>
            </a:r>
            <a:endParaRPr sz="1800"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288" y="0"/>
            <a:ext cx="1623425" cy="8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"/>
            <a:ext cx="1612549" cy="90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00" y="9938"/>
            <a:ext cx="1577201" cy="8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 / Problem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Goal: Planetary-scale genomic analysis, especially for selection analysis of rapidly-evolving pathogens.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Problem: 2 bottlenecks</a:t>
            </a:r>
            <a:endParaRPr/>
          </a:p>
          <a:p>
            <a:pPr indent="-342900" lvl="0" marL="9144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Sequence Read Archive (SRA) has incomplete and often inaccurate metadata. Discovery of specific sequences is extremely challenging.</a:t>
            </a:r>
            <a:endParaRPr/>
          </a:p>
          <a:p>
            <a:pPr indent="-342900" lvl="0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Evolutionary selection analysis is slow. Contemporary software relies on asymptotically-complex algorithms that do not scale.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 Discovery — Logan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Assemblers: Reads → Unitigs → Contigs → Sequence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Logan stores unitigs and contigs for every SRA accession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Unitigs can be searched via Bloom filters (Kmindex)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Contigs can be searched via alignment (LexicMap)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Large-Scale Selection Analysis — HyphAeon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HyphAeon is a small neural network that can recognize patterns in codons thousands of times faster than traditional tree-based methods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HyphAeon does selection analysis (meme, epistasis, etc.)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partner module, ChronAeon, does molecular clock dating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neural networks bypass the bottleneck of asymptotically-complex tree searches</a:t>
            </a:r>
            <a:endParaRPr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55375" y="2954875"/>
            <a:ext cx="2188626" cy="2188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Bridging the Gap — Disassembler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 we feed Logan into HyphAeon?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Logan offers unitigs and contigs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HyphAeon requires MSA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Disassembler package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Rust/Python tool suite for turing Logan output into a HyphAeon-ready MSA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2 main pathways: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LexicMap pathway (quick, broad analysis)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Kmindex pathway (slow, meticulous analysis)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6844" y="0"/>
            <a:ext cx="3597156" cy="1963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Kmindex Pathway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Kmindex is a tool for calculating the percentage of shared k-mers between a query and reference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Disassembler uses a protein coding sequence as a query and runs Kmindex to compare it against Logan’s pre-computed Bloom filters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Result: List of SRA accessions and their k-mer % identities to the query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Matching accessions → stream unitigs from AWS S3 → Logan Walker → MSA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Logan Walker</a:t>
            </a:r>
            <a:endParaRPr/>
          </a:p>
        </p:txBody>
      </p:sp>
      <p:sp>
        <p:nvSpPr>
          <p:cNvPr id="96" name="Google Shape;96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unitigs are parsed into a Compressed Sparse Row (CSR) graph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“anchor” regions are identified by additional k-mer matching of query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subgraphs are made by expanding out from anchors and then are aligned by GraphAligner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 sz="1600"/>
              <a:t>a legitimate path through the alignment is </a:t>
            </a:r>
            <a:r>
              <a:rPr lang="en" sz="1600"/>
              <a:t>stitched</a:t>
            </a:r>
            <a:r>
              <a:rPr lang="en" sz="1600"/>
              <a:t> together to make a haplotype</a:t>
            </a:r>
            <a:endParaRPr sz="1600"/>
          </a:p>
        </p:txBody>
      </p:sp>
      <p:pic>
        <p:nvPicPr>
          <p:cNvPr id="97" name="Google Shape;97;p19" title="logan_walker_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02093"/>
            <a:ext cx="9144003" cy="27414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LexicMap Pathway</a:t>
            </a:r>
            <a:endParaRPr/>
          </a:p>
        </p:txBody>
      </p:sp>
      <p:sp>
        <p:nvSpPr>
          <p:cNvPr id="103" name="Google Shape;103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LexicMap goes straight for the alignments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contigs vs. unitigs</a:t>
            </a:r>
            <a:endParaRPr/>
          </a:p>
        </p:txBody>
      </p:sp>
      <p:pic>
        <p:nvPicPr>
          <p:cNvPr id="104" name="Google Shape;104;p20" title="lexicmap_workflow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433345"/>
            <a:ext cx="9144003" cy="27101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Disassembler is not an Assembler</a:t>
            </a:r>
            <a:endParaRPr/>
          </a:p>
        </p:txBody>
      </p:sp>
      <p:sp>
        <p:nvSpPr>
          <p:cNvPr id="110" name="Google Shape;11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Assembly is about compressing (</a:t>
            </a:r>
            <a:r>
              <a:rPr lang="en"/>
              <a:t>Reads → Unitigs → Contigs)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Logan has done this for us already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Disassembler takes these pre-assembled intermediates and goes backwards, trying to find the information that gets hidden in the usual compression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Assemblers do not have a general target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Disassembler constructs everything based on the query sequence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Result: Pre-computed, searchable Logan sequences → Realistic haplotypes per </a:t>
            </a:r>
            <a:br>
              <a:rPr lang="en"/>
            </a:br>
            <a:r>
              <a:rPr lang="en"/>
              <a:t>	accession that can be aligned and analyzed via HyphAeon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SARS-CoV-2 Spike Protein Case Study</a:t>
            </a:r>
            <a:endParaRPr/>
          </a:p>
        </p:txBody>
      </p:sp>
      <p:sp>
        <p:nvSpPr>
          <p:cNvPr id="116" name="Google Shape;116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Kmindex pathway was tested via 11-strain panel of Covid spike CDS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 was to develop intuition regarding the kmer identity percentage</a:t>
            </a:r>
            <a:endParaRPr/>
          </a:p>
        </p:txBody>
      </p:sp>
      <p:pic>
        <p:nvPicPr>
          <p:cNvPr id="117" name="Google Shape;11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1" y="2303193"/>
            <a:ext cx="4657275" cy="2840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22"/>
          <p:cNvPicPr preferRelativeResize="0"/>
          <p:nvPr/>
        </p:nvPicPr>
        <p:blipFill rotWithShape="1">
          <a:blip r:embed="rId4">
            <a:alphaModFix/>
          </a:blip>
          <a:srcRect b="0" l="0" r="35254" t="0"/>
          <a:stretch/>
        </p:blipFill>
        <p:spPr>
          <a:xfrm>
            <a:off x="4657275" y="2584400"/>
            <a:ext cx="4486726" cy="25591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SARS-CoV-2 LexicMap RBD Case Study</a:t>
            </a:r>
            <a:endParaRPr/>
          </a:p>
        </p:txBody>
      </p:sp>
      <p:pic>
        <p:nvPicPr>
          <p:cNvPr id="124" name="Google Shape;124;p23" title="rbd-slide-01+0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69795"/>
            <a:ext cx="9143997" cy="39737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SARS-CoV-2 LexicMap RBD Case Study — Map</a:t>
            </a:r>
            <a:endParaRPr/>
          </a:p>
        </p:txBody>
      </p:sp>
      <p:pic>
        <p:nvPicPr>
          <p:cNvPr id="130" name="Google Shape;130;p24" title="msa_heatmap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9525" y="1017725"/>
            <a:ext cx="5244938" cy="4125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B8D7E6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Next?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Galaxy tools/workflows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HyphAeon and ChronAeon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Intra-accession variance analysis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Case studies for fast-diverging genomes (e.g. HIV)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60288" y="4236450"/>
            <a:ext cx="1623425" cy="82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4236454"/>
            <a:ext cx="1612549" cy="9070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66800" y="4246388"/>
            <a:ext cx="1577201" cy="88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